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383280"/>
            <a:ext cx="3840480" cy="3840480"/>
          </a:xfrm>
          <a:prstGeom prst="ellipse">
            <a:avLst/>
          </a:prstGeom>
          <a:solidFill>
            <a:srgbClr val="0A3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교육자료 · 2편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 입력 &amp;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vs LangGraph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프롬프트를 구조화하고, 멀티턴 대화의 상태를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관리하는지 코드로 비교한다.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코드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5541264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52578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5257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5541264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52578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0E434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5257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배울 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5819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구조화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문자열 한 줄 → 역할·변수가 있는 템플릿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508760" y="2478024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70632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6609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LangChain만으로 멀티턴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449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히스토리를 손으로 관리하는 불편함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508760" y="3557016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49624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7398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LangGraph로 전환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239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관리를 위임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508760" y="4636008"/>
            <a:ext cx="987552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28616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28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48188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비교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029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뭘 쓰나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프롬프트란 무엇인가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모델에게 보내는 입력은 세 단계로 점점 더 구조화된다 — 문자열에서 템플릿으로.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0320">
            <a:solidFill>
              <a:srgbClr val="D8E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31720"/>
            <a:ext cx="420624" cy="420624"/>
          </a:xfrm>
          <a:prstGeom prst="ellipse">
            <a:avLst/>
          </a:prstGeom>
          <a:solidFill>
            <a:srgbClr val="5F70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"자기소개해줘"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역할도, 맥락도 없는 한 줄. 매번 새로 써야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59936" y="3886200"/>
            <a:ext cx="24688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20574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1F6F5"/>
          </a:solidFill>
          <a:ln w="2032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33172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있는 메시지 리스트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7033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SystemMessage / HumanMessage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역할(role)이 붙은 메시지들의 순서 있는 목록으로 대화를 표현한다.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63256" y="3886200"/>
            <a:ext cx="24688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20574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1F6F5"/>
          </a:solidFill>
          <a:ln w="2032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33172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변수가 있는 템플릿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37033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{role}, {topic} 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 로 값만 바꿔 재사용 가능한 형태로 만든다.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문자열 하나만 던지기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579729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step_1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1: 문자열 하나만 던지기 - 역할 지정 없이"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"자기소개해줘"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242048" y="1975104"/>
            <a:ext cx="4309567" cy="1600200"/>
          </a:xfrm>
          <a:prstGeom prst="roundRect">
            <a:avLst>
              <a:gd name="adj" fmla="val 5143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1504" y="2103120"/>
            <a:ext cx="3870655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지정이 안 된다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system/human 구분 없이 문자열 하나만 던진다. 모델이 어떤 맥락에서 답해야 하는지 알 수 없다.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42048" y="3831336"/>
            <a:ext cx="4309567" cy="1600200"/>
          </a:xfrm>
          <a:prstGeom prst="roundRect">
            <a:avLst>
              <a:gd name="adj" fmla="val 5143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3959352"/>
            <a:ext cx="3870655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재사용이 안 된다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주제로 묻고 싶으면 문자열 전체를 매번 새로 써야 한다 — 값만 바꾸는 구조가 없다.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템플릿으로 구조화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579729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step_2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 2: ChatPromptTemplate 로 역할 · 변수를 구조화"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from_messages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"너는 {role} 전문가야. 항상 한국어로 간결하게 답해."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"{topic} 을 한 문장으로 설명해줘."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"데이터 분석"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"topic"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"이상치 탐지"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42048" y="2066544"/>
            <a:ext cx="4309567" cy="1508760"/>
          </a:xfrm>
          <a:prstGeom prst="roundRect">
            <a:avLst>
              <a:gd name="adj" fmla="val 545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1504" y="2194560"/>
            <a:ext cx="3870655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= 템플릿 + 변수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{role}, {topic} 처럼 자리표시자를 넣고, invoke() 시점에 값을 채운다.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42048" y="3831336"/>
            <a:ext cx="4309567" cy="1508760"/>
          </a:xfrm>
          <a:prstGeom prst="roundRect">
            <a:avLst>
              <a:gd name="adj" fmla="val 545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3959352"/>
            <a:ext cx="3870655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체인으로 연결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| model 로 프롬프트와 모델을 파이프처럼 이어 붙인다.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LangChain만으로 멀티턴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579729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"너는 친절한 한국어 비서야."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"LangGraph가 뭐야? 한 문장으로."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AIMessage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"[1턴]"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"방금 답을 더 짧게 줄여줘."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AIMessage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"[2턴]"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42048" y="1975104"/>
            <a:ext cx="4309567" cy="1600200"/>
          </a:xfrm>
          <a:prstGeom prst="roundRect">
            <a:avLst>
              <a:gd name="adj" fmla="val 5143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1504" y="2103120"/>
            <a:ext cx="3870655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히스토리를 손으로 관리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턴마다 HumanMessage/AIMessage를 messages 리스트에 append 해야 한다.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42048" y="3831336"/>
            <a:ext cx="4309567" cy="1600200"/>
          </a:xfrm>
          <a:prstGeom prst="roundRect">
            <a:avLst>
              <a:gd name="adj" fmla="val 5143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3959352"/>
            <a:ext cx="3870655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빠뜨리면 기억을 잃는다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append를 잊으면 모델은 이전 턴을 모른 채 답한다 — 관리 부담이 개발자에게 있다.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손으로 반복하는 루프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40968" y="22860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56536" y="207568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53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50696" y="25786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append(Human)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50696" y="299923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메시지를 리스트에 추가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92728" y="2971800"/>
            <a:ext cx="777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69968" y="22860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7780">
            <a:solidFill>
              <a:srgbClr val="D8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85536" y="207568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553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79696" y="25786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9696" y="299923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messages 를 모델에 전달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21728" y="2971800"/>
            <a:ext cx="777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8968" y="22860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14536" y="207568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4536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08696" y="257860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append(AI)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08696" y="299923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응답을 다시 리스트에 추가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24848" y="365760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66848" y="4114800"/>
            <a:ext cx="6858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666848" y="365760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340968" y="44348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턴에도 1 → 2 → 3 을 그대로 반복해야 한다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0E43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202936"/>
            <a:ext cx="1039947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요약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대화가 길어질수록 messages 리스트를 개발자가 매번 손으로 관리해야 한다.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뜯어보기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LangGraph로 전환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579729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ChatState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TypedDict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add_messages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step_4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chat_node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ChatState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ChatState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chat_node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MemorySaver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"configurable"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"thread_id"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42048" y="2066544"/>
            <a:ext cx="4309567" cy="1463040"/>
          </a:xfrm>
          <a:prstGeom prst="roundRect">
            <a:avLst>
              <a:gd name="adj" fmla="val 5625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1504" y="2194560"/>
            <a:ext cx="387065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 리듀서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ChatState.messages 에 붙은 리듀서가 새 메시지를 자동으로 누적한다.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42048" y="3785616"/>
            <a:ext cx="4309567" cy="1554480"/>
          </a:xfrm>
          <a:prstGeom prst="roundRect">
            <a:avLst>
              <a:gd name="adj" fmla="val 5294"/>
            </a:avLst>
          </a:prstGeom>
          <a:solidFill>
            <a:srgbClr val="F1F6F5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3913632"/>
            <a:ext cx="387065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+ thread_id</a:t>
            </a:r>
            <a:endParaRPr lang="en-US" sz="14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체크포인터가 대화 상태를 thread_id 별로 저장·복원한다 — append 를 직접 호출하지 않는다.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내부 동작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1884" y="193852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1884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6064" y="2441448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입력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6064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HumanMessage 하나만 전달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8056" y="2834640"/>
            <a:ext cx="38404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72104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7780">
            <a:solidFill>
              <a:srgbClr val="D8E3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7652" y="19385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7652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1832" y="2441448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노드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81832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model.invoke(state["messages"])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03824" y="2834640"/>
            <a:ext cx="38404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87872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3420" y="193852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342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7600" y="2441448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 리듀서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7600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응답을 기존 messages 에 자동 병합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19592" y="2834640"/>
            <a:ext cx="38404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03640" y="214884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 w="17780">
            <a:solidFill>
              <a:srgbClr val="D8E3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59188" y="19385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5918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13368" y="2441448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저장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13368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별로 상태를 영속화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0E43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334256"/>
            <a:ext cx="10399471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 요약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리듀서가 메시지 누적을, 체크포인터가 세션 복원을 대신 처리한다 — 개발자는 messages 를 직접 append 하지 않는다.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단독 vs LangGraph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4261104"/>
                <a:gridCol w="4261104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단독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히스토리 관리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 — messages.append() 를 턴마다 반복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— add_messages 리듀서가 누적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세션 복원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불가능 — 매번 새 리스트로 시작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— thread_id + checkpointer 로 복원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분기 · 반복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코드로 직접 구현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그래프 구조로 표현 (add_edge, 조건부 엣지)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8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턴이 늘수록 관리 코드가 늘어난다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노드를 한 번 정의하면 턴 수와 무관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은 모델 호출을 표준화하고, LangGraph 는 대화의 상태·흐름을 표준화한다.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앱은 이렇게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배운 걸 그대로 쓰고 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47088"/>
            <a:ext cx="54315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language_models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BaseChatModel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BaseCheckpointSaver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CompiledStateGraph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make_chat_node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GraphState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BaseChatModel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checkpointer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BaseCheckpointSaver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CompiledStateGraph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"단일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노드 그래프: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노드를 추가해 확장하려면 여기서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조건부 엣지를 붙인다(예: 라우터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노드로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과 다른 도구 노드를 분기). 체크포인터를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에 넘기면 모든 노드가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자동으로 세션별 메모리를 갖는다.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GraphState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make_chat_node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"chat"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checkpointer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checkpointer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59984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app/graph/builder.py (전체)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76288" y="1463040"/>
            <a:ext cx="4675327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77456" y="164592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624" y="164592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164592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847088"/>
            <a:ext cx="4163263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make_chat_node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BaseChatModel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ChatNode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chat_node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GraphState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system 프롬프트는 모델 호출 시에만 앞에 붙이고, 응답만 반환해 체크포인터에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영속화하지 않는다(매 턴 system 메시지가 히스토리에 쌓이는 것을 방지).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CHAT_SYSTEM_PROMPT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ainvoke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"messages"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76288" y="3392424"/>
            <a:ext cx="4675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app/graph/nodes/chat.py — make_chat_node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76288" y="3657600"/>
            <a:ext cx="4675327" cy="2286000"/>
          </a:xfrm>
          <a:prstGeom prst="roundRect">
            <a:avLst>
              <a:gd name="adj" fmla="val 3200"/>
            </a:avLst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5400000">
              <a:srgbClr val="0B2A3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77456" y="38404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8624" y="38404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792" y="38404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4041648"/>
            <a:ext cx="4163263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CHAT_SYSTEM_PROMPT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당신은 도움이 되는 한국어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어시스턴트입니다. 답변은 항상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Flavored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으로 작성하세요.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서식 규칙: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비교/속성/수치처럼 표 형태가 적합한 데이터는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마크다운 표(| ... |)로 정리하세요.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나열은 불릿(-) 또는 번호 목록을 사용하세요.</a:t>
            </a:r>
            <a:endParaRPr lang="en-US" sz="7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876288" y="5998464"/>
            <a:ext cx="4675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app/prompts.py — CHAT_SYSTEM_PROMPT (앞부분, 전체는 파일 참고)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&amp; LangGraph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핵심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31343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LangChain은 모델 호출을 표준화하고, LangGraph는 대화의 상태·흐름을 표준화한다.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8211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묻고 끝이면 LangChain만으로 충분하다.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405079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턴에 걸친 기억·분기·반복이 필요하면 LangGraph를 쓴다.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919472"/>
            <a:ext cx="9418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 리듀서와 checkpointer(thread_id)가 상태의 저장·복원을 대신 처리한다.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C3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383280"/>
            <a:ext cx="3840480" cy="3840480"/>
          </a:xfrm>
          <a:prstGeom prst="ellipse">
            <a:avLst/>
          </a:prstGeom>
          <a:solidFill>
            <a:srgbClr val="0A3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예고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주제 3: Tool calling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직접 계산 대신 도구를 부르는 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2026-07-25T09:19:06Z</dcterms:created>
  <dcterms:modified xsi:type="dcterms:W3CDTF">2026-07-25T09:19:06Z</dcterms:modified>
</cp:coreProperties>
</file>